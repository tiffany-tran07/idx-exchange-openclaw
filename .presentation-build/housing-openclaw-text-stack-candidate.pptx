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9b46dbffc14ab5" /><Relationship Type="http://schemas.openxmlformats.org/officeDocument/2006/relationships/extended-properties" Target="/docProps/app.xml" Id="R45974f7dc7e2400f" /><Relationship Type="http://schemas.openxmlformats.org/officeDocument/2006/relationships/officeDocument" Target="/ppt/presentation.xml" Id="R29e268df9bd348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98a55d726442c"/>
  </p:sldMasterIdLst>
  <p:notesMasterIdLst>
    <p:notesMasterId xmlns:r="http://schemas.openxmlformats.org/officeDocument/2006/relationships" r:id="R69d411ca9cba4bfb"/>
  </p:notesMasterIdLst>
  <p:sldIdLst>
    <p:sldId xmlns:r="http://schemas.openxmlformats.org/officeDocument/2006/relationships" id="256" r:id="R4e0d51646b474e5d"/>
    <p:sldId xmlns:r="http://schemas.openxmlformats.org/officeDocument/2006/relationships" id="257" r:id="Racd6b242123c4ce1"/>
    <p:sldId xmlns:r="http://schemas.openxmlformats.org/officeDocument/2006/relationships" id="258" r:id="Red20433ad7634c86"/>
    <p:sldId xmlns:r="http://schemas.openxmlformats.org/officeDocument/2006/relationships" id="259" r:id="R06176047ef6c483f"/>
    <p:sldId xmlns:r="http://schemas.openxmlformats.org/officeDocument/2006/relationships" id="260" r:id="R2c0251d6a30c4ca5"/>
    <p:sldId xmlns:r="http://schemas.openxmlformats.org/officeDocument/2006/relationships" id="261" r:id="R26563b74371243af"/>
    <p:sldId xmlns:r="http://schemas.openxmlformats.org/officeDocument/2006/relationships" id="262" r:id="R3d71c97b45464857"/>
    <p:sldId xmlns:r="http://schemas.openxmlformats.org/officeDocument/2006/relationships" id="263" r:id="R86eb3215376d4d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f752bed6274346" /><Relationship Type="http://schemas.openxmlformats.org/officeDocument/2006/relationships/slideMaster" Target="/ppt/slideMasters/slideMaster1.xml" Id="Rac898a55d726442c" /><Relationship Type="http://schemas.openxmlformats.org/officeDocument/2006/relationships/notesMaster" Target="/ppt/notesMasters/notesMaster1.xml" Id="R69d411ca9cba4bfb" /><Relationship Type="http://schemas.openxmlformats.org/officeDocument/2006/relationships/presProps" Target="/ppt/presProps.xml" Id="Rfa6f958ba61e4a59" /><Relationship Type="http://schemas.openxmlformats.org/officeDocument/2006/relationships/tableStyles" Target="/ppt/tableStyles.xml" Id="Rd21211bcd8bc48fc" /><Relationship Type="http://schemas.openxmlformats.org/officeDocument/2006/relationships/slide" Target="/ppt/slides/slide1.xml" Id="R4e0d51646b474e5d" /><Relationship Type="http://schemas.openxmlformats.org/officeDocument/2006/relationships/slide" Target="/ppt/slides/slide2.xml" Id="Racd6b242123c4ce1" /><Relationship Type="http://schemas.openxmlformats.org/officeDocument/2006/relationships/slide" Target="/ppt/slides/slide3.xml" Id="Red20433ad7634c86" /><Relationship Type="http://schemas.openxmlformats.org/officeDocument/2006/relationships/slide" Target="/ppt/slides/slide4.xml" Id="R06176047ef6c483f" /><Relationship Type="http://schemas.openxmlformats.org/officeDocument/2006/relationships/slide" Target="/ppt/slides/slide5.xml" Id="R2c0251d6a30c4ca5" /><Relationship Type="http://schemas.openxmlformats.org/officeDocument/2006/relationships/slide" Target="/ppt/slides/slide6.xml" Id="R26563b74371243af" /><Relationship Type="http://schemas.openxmlformats.org/officeDocument/2006/relationships/slide" Target="/ppt/slides/slide7.xml" Id="R3d71c97b45464857" /><Relationship Type="http://schemas.openxmlformats.org/officeDocument/2006/relationships/slide" Target="/ppt/slides/slide8.xml" Id="R86eb3215376d4d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bbcde73ad14a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f1e844e5874a76" /><Relationship Type="http://schemas.openxmlformats.org/officeDocument/2006/relationships/notesMaster" Target="/ppt/notesMasters/notesMaster1.xml" Id="R0b03b7e095e7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f3544387884f26" /><Relationship Type="http://schemas.openxmlformats.org/officeDocument/2006/relationships/notesMaster" Target="/ppt/notesMasters/notesMaster1.xml" Id="R6bb2e3a88b3b42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5f8453fe28473a" /><Relationship Type="http://schemas.openxmlformats.org/officeDocument/2006/relationships/notesMaster" Target="/ppt/notesMasters/notesMaster1.xml" Id="R163a08e7879d4a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ce92e81dd74d34" /><Relationship Type="http://schemas.openxmlformats.org/officeDocument/2006/relationships/notesMaster" Target="/ppt/notesMasters/notesMaster1.xml" Id="R752fb2e4e15740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1e021f4cf345a9" /><Relationship Type="http://schemas.openxmlformats.org/officeDocument/2006/relationships/notesMaster" Target="/ppt/notesMasters/notesMaster1.xml" Id="Re73c41b494844f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461f4ac78a42d4" /><Relationship Type="http://schemas.openxmlformats.org/officeDocument/2006/relationships/notesMaster" Target="/ppt/notesMasters/notesMaster1.xml" Id="R17f038da098241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ee008508d349c9" /><Relationship Type="http://schemas.openxmlformats.org/officeDocument/2006/relationships/notesMaster" Target="/ppt/notesMasters/notesMaster1.xml" Id="Rbf8127b6c8f545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019940370140a5" /><Relationship Type="http://schemas.openxmlformats.org/officeDocument/2006/relationships/notesMaster" Target="/ppt/notesMasters/notesMaster1.xml" Id="Rb9281b0281de4b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VISION.md; .agents/skills/property-search-orchestrator/SKILL.md; .agents/skills/property-email-workflows/SKILL.md.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 (OpenClaw runs tasks in channels with rules; plugin-agnostic core); .agents/skills/property-search-orchestrator/SKILL.md (canonical sessionId); .agents/skills/property-email-workflows/SKILL.md (draft and approval boundary).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adds the technical text stack behind the housing and email workflows.</a:t>
            </a:r>
          </a:p>
          <a:p xmlns:a="http://schemas.openxmlformats.org/drawingml/2006/main">
            <a:r>
              <a:t>Sources: package.json; VISION.md; src/tools/message_handler.ts; src/tools/orchestrate.ts; src/agents/tools/property-search-tool.ts; src/agents/tools/email-workflow-tools.ts; src/tools/email.ts;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.agents/skills/property-search-orchestrator/SKILL.md; src/tools/orchestrate.ts; src/agents/tools/property-search-tool.ts.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src/tools/orchestrate.ts (search, market, recommend, knowledge, mixed); .agents/skills/property-search-orchestrator/SKILL.md (agent map and session memory).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.agents/skills/property-email-workflows/SKILL.md; src/tools/email.ts; src/agents/tools/email-workflow-tools.ts.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.agents/skills/property-search-orchestrator/SKILL.md; .agents/skills/property-email-workflows/SKILL.md; src/tools/session_memory.ts; src/tools/email.ts.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VISION.md; .agents/skills/property-search-orchestrator/SKILL.md; .agents/skills/property-email-workflows/SKILL.md.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3413be5de48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197f64b62443e1" /><Relationship Type="http://schemas.openxmlformats.org/officeDocument/2006/relationships/slideLayout" Target="/ppt/slideLayouts/slideLayout1.xml" Id="Rb7937223396544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37223396544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db57e589d45b8" /><Relationship Type="http://schemas.openxmlformats.org/officeDocument/2006/relationships/notesSlide" Target="/ppt/notesSlides/notesSlide1.xml" Id="Rd805b54fd83943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9b5b8647f4219" /><Relationship Type="http://schemas.openxmlformats.org/officeDocument/2006/relationships/notesSlide" Target="/ppt/notesSlides/notesSlide2.xml" Id="Re235cd5f841946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02631f41f44b6" /><Relationship Type="http://schemas.openxmlformats.org/officeDocument/2006/relationships/notesSlide" Target="/ppt/notesSlides/notesSlide3.xml" Id="R767010c8634e4e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f9d9008e848bb" /><Relationship Type="http://schemas.openxmlformats.org/officeDocument/2006/relationships/notesSlide" Target="/ppt/notesSlides/notesSlide4.xml" Id="R731cde5f1e6747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e787e10b540b1" /><Relationship Type="http://schemas.openxmlformats.org/officeDocument/2006/relationships/notesSlide" Target="/ppt/notesSlides/notesSlide5.xml" Id="Raac6bd73530149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2ceb1525d4e91" /><Relationship Type="http://schemas.openxmlformats.org/officeDocument/2006/relationships/notesSlide" Target="/ppt/notesSlides/notesSlide6.xml" Id="R534405ba127645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e843c12c749fb" /><Relationship Type="http://schemas.openxmlformats.org/officeDocument/2006/relationships/notesSlide" Target="/ppt/notesSlides/notesSlide7.xml" Id="Rf73adbcdb98b44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4e5489f694e3f" /><Relationship Type="http://schemas.openxmlformats.org/officeDocument/2006/relationships/notesSlide" Target="/ppt/notesSlides/notesSlide8.xml" Id="Rdb6e129701a945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7CF43-4C2C-4BA5-BE71-829C076D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-11430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C1849-4286-4B50-879B-C065F4D0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AB06C-D550-4DB3-A212-46BE136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OPENCLAW / 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928B3-269A-417C-ADC2-2B0EEBC1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Housing search +</a:t>
            </a:r>
          </a:p>
          <a:p xmlns:a="http://schemas.openxmlformats.org/drawingml/2006/main">
            <a:pPr>
              <a:buNone/>
              <a:def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email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340C9-E1BD-45FA-96D7-5E01FD92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7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How OpenClaw turns a natural-language request into a stateful property workflow, then holds the line at the email approval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2EBF7-2C1E-49D7-94CB-36C91B01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AAB9CB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AAB9CB"/>
                </a:solidFill>
                <a:latin typeface="Helvetica"/>
                <a:ea typeface="Helvetica"/>
                <a:cs typeface="Helvetica"/>
              </a:rPr>
              <a:t>Repository summary  •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93522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E0744-1D40-44F0-906E-9602E71C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THE OPENCLAW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36925-3F73-4745-860B-8809974E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OpenClaw is the execution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D8EA6-330B-42A5-89B2-CF37EAD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user speaks once. OpenClaw routes the request, carries session state, and keeps side effects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0EB37-8A17-4CCC-94D0-3AA26A6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952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2AA5E-D3AF-4BCE-9D4A-97B0990D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OPENCLAW GATEWAY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D611D-6654-4B24-8E67-2CF7B068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609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One sessionId</a:t>
            </a:r>
          </a:p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One conversation context</a:t>
            </a:r>
          </a:p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Channel-agnostic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457A7-278E-4515-899A-082D0E0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AE32A-5E9B-469D-9BAE-3E6CB140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PROPERTY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FB4F0-9EE7-4DFE-83BE-E774379E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Intent routing</a:t>
            </a:r>
          </a:p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 collection</a:t>
            </a:r>
          </a:p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Listings + market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8B499-1067-4D95-BAA3-D932CEA5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64F09-4A5A-4AEE-99E3-E929A86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86146-912D-4093-9EF4-BD814F0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Reviewable draft</a:t>
            </a:r>
          </a:p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Exact approval phrase</a:t>
            </a:r>
          </a:p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Single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2812C-C4D0-4F60-85F3-5CB1DE4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2630C-3A7F-4589-92DA-8BCEBDAA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146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USER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CF633-9054-4275-B8B7-BD20F65A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1945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 useful answer</a:t>
            </a:r>
          </a:p>
          <a:p xmlns:a="http://schemas.openxmlformats.org/drawingml/2006/main">
            <a:pPr>
              <a:buNone/>
              <a:def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with a visible action boundary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638550" y="2809875"/>
            <a:ext cx="8382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7AC7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38550" y="3000375"/>
            <a:ext cx="83820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B5B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34250" y="2809875"/>
            <a:ext cx="904875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334250" y="3495675"/>
            <a:ext cx="90487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74C40-4344-48D1-A4D3-09934F3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57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Session memory is the shared spine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0C9ED-D265-49EA-8930-81D0B218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81395-6DAF-4404-A107-F17511F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82BAA-0BAA-4168-B6F4-A97F7A21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8563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5A6BD-AC59-4665-9203-499AF60F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TECHNICAL TEXT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8BEEC-A2C6-4EBB-8F39-9C59F18E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message path is layered and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85DEA-DFF7-4672-968E-B129B9FB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 text request moves through channel ingress, Gateway routing, typed tools, session memory, and durable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5B633-83ED-46F4-932D-AAF2BF16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5737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55AF0-2723-457C-8E2A-24C3AA92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01  CHANNEL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B079A-FCD1-4A42-A8AC-C846DFDF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552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WhatsApp, Discord,</a:t>
            </a:r>
          </a:p>
          <a:p xmlns:a="http://schemas.openxmlformats.org/drawingml/2006/main">
            <a:pPr>
              <a:def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web chat, or another</a:t>
            </a:r>
          </a:p>
          <a:p xmlns:a="http://schemas.openxmlformats.org/drawingml/2006/main">
            <a:pPr>
              <a:def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channel plugin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D0A65-E669-4997-9A17-13A342F3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5737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92843-A287-4F94-B4D8-75E33BEC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0505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02  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C4A9D-C9C9-4BA4-ABCB-2E03C373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552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Normalize the inbound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message and resolve the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canonical sessionId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AFD59-AEA6-4F63-A858-8846562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20955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9603E-1526-43AD-A202-5A160B95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050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03  AGENT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E8237-4623-4108-A062-41E3787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09850"/>
            <a:ext cx="1790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TypeBox schemas expose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property_search,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email_draft, email_approve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A3F5F-028A-4BF7-922B-F83E3BCA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90750"/>
            <a:ext cx="185737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39B90-ACD0-46A6-B99B-5DE34594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0505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04 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5239A-9AE6-4882-B519-B7CF0EDE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09850"/>
            <a:ext cx="1552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orchestrate.ts routes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search, market, mixed,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recommend,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14F16-1D1E-4661-B7F7-69FF5E9C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90750"/>
            <a:ext cx="189547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30440-6D65-4188-8B08-04E76DAE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90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05 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C04D9-37EA-4535-BA9A-4467BE88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09850"/>
            <a:ext cx="1590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message_handler formats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reply; email.ts holds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approval boundary</a:t>
            </a:r>
          </a:p>
        </p:txBody>
      </p:sp>
      <p:cxnSp>
        <p:nvCxnSpPr>
          <p:cNvPr id="4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43175" y="29718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14875" y="29718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24700" y="29718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96400" y="29718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14421-5C0C-49A6-9DA8-05C6CDD6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0D569-5169-4FCB-9BF7-AFE09BEA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22E60-5ABD-40BA-985F-C3E92735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00575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TypeScript ESM on Node.js</a:t>
            </a:r>
          </a:p>
          <a:p xmlns:a="http://schemas.openxmlformats.org/drawingml/2006/main">
            <a:pPr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SQLite/Kysely owns runtime state and caches</a:t>
            </a:r>
          </a:p>
          <a:p xmlns:a="http://schemas.openxmlformats.org/drawingml/2006/main">
            <a:pPr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Nodemailer handles the final email transport after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6288F-E4F7-41AA-BF7D-32CE6BBA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Source files: src/tools/message_handler.ts  •  src/tools/orchestrate.ts  •  src/agents/tools/property-search-tool.ts  •  src/agents/tools/email-workflow-tools.ts  •  src/tools/email.ts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96FF8-68BC-4E19-A065-819ECDE9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6F8269-9BE1-453F-9A8A-1410ADAE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2CDE5-6F4E-45AD-B79A-85CA3327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1034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B689D-E466-4252-8AC4-D7F677B2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HOUSING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09860-D2C0-43A0-BAFC-87B92CAA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 property request becomes structured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D7395-6B56-454E-A5F0-1C79444A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orchestrator owns the handoff between requirements, listings, market context, recommendations, and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9AB81-CF2F-4918-8A43-5F668D53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790700" cy="1952625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F96B7-A68A-4545-87DA-F440CC1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01  CLASSIFY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3BF75-0DBB-497D-A6FD-498726DF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14478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search</a:t>
            </a:r>
          </a:p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market</a:t>
            </a:r>
          </a:p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recommend</a:t>
            </a:r>
          </a:p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mixed</a:t>
            </a:r>
          </a:p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5D0C1-DB27-4EA1-A08F-D69DE09E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38375"/>
            <a:ext cx="21907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92558-0339-42EF-B285-F041B33D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17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02  REMEMBER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3ADCE-6D51-424D-A64B-08146B1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76525"/>
            <a:ext cx="18478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Merge criteria into the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current sessionId. Ask only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for missing search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447A8-9483-490C-9D95-4D744D5A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38375"/>
            <a:ext cx="21907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1599D-F331-4037-9F24-30C6B82E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17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03  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D25E6-AD60-47AD-9BB1-062113D6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76525"/>
            <a:ext cx="18478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Listings from rets_property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Market stats from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california_sold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867A0-B213-4EA4-8533-1F4C95B4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29908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2503B-FA31-48BB-A2B9-04CFC61D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7172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04  RESPOND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75DD2-AA56-4ECA-A043-86AB9AF1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76525"/>
            <a:ext cx="26479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Save listing previews and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market summaries. Format the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answer for the channel.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2197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9629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24904-4BB2-4409-8937-C70C617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FC2C4-4096-4CFE-8AF9-C15C8AFD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5D7E3-6B11-4BFF-AA7E-A3C9B228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871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live Gateway calls property_search with the unchanged user message and the canonical sessionId. The isolated CLI is reserved for smoke tests.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0EBAB-B282-4D17-9494-8178601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393C0-8112-4190-86BE-9B8D457C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3C074-E116-4115-8A9B-73376C3C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4964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3FB0CC-9C04-446C-8B0B-8D9FECC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INTENT 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5A12F-FEF2-4F79-89F3-4EAF3638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same conversation can move across housing intents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E9DDC-552A-4266-A7FD-08E90534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Routing stays deterministic at the boundary, while session memory preserves continuity between turns.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C47F0-9500-4B19-8527-2AB770FF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3AFA7-357F-48A7-9FFF-70C4E9A6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USER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79256-22BF-41D5-9306-6C8848E6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“Find a 3-bed in Oakland</a:t>
            </a:r>
          </a:p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and tell me the market trend”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29BAC-5E5C-4875-8B34-F92950DF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18097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E5D25-1220-4A05-840E-F1001843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B1377-D767-4D47-8201-D01FF5D5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21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mixed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59512-F85E-4C9C-A131-AFED06F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314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4A022-65F0-4543-9954-A18931D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8597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LISTINGS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940DB-1082-4205-9DD7-57AF9A3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9077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Requirements → listing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1CA20-A446-419D-A4B3-6A4A372A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81375"/>
            <a:ext cx="314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CA68C-2A5A-4C5D-BE14-639104D3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147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4ED35-9AEA-47D4-A0C7-90AF683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1952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City → market stats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9E656-38D8-48C7-9C8E-B47D0F9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4953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CBDEB-9130-4FCD-94E2-0A22E1A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958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SESSION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7488E-B1ED-434D-99A9-DAE2CB87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006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 + listingPreviews + market summaries</a:t>
            </a:r>
          </a:p>
        </p:txBody>
      </p:sp>
      <p:cxnSp>
        <p:nvCxnSpPr>
          <p:cNvPr id="6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52800" y="326707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172200" y="2390775"/>
            <a:ext cx="1590675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E7AC7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172200" y="3267075"/>
            <a:ext cx="1590675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191250" y="2828925"/>
            <a:ext cx="3143250" cy="19335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E7AC7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191250" y="4257675"/>
            <a:ext cx="3143250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35128-97D8-46A9-BCE8-F9592825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59060-20E3-49F1-BEEA-6D5E1CD1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16E65-241F-40F8-B1C5-90CDCB5D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9301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3AF26-C161-4943-90D3-BCC960A4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F322-B9D4-45D2-A6DF-96A4AE23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Email is a two-step side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FA8AA-F6C0-47A2-AF84-8947E8F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can prepare a useful property email, but delivery stops until the person approves the exact draft.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DF3D1-BC91-4F55-94DD-60E4DEED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31F99-B5BE-414C-AF69-5F2578F3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01 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829E8-2311-4985-AD77-80A60F16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email_draft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Validate recipient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Classify original query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Build content from session/data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0CB7F-784E-48C1-8E78-DE05CE0D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33FCE-5893-4CF7-ABEF-3FAD1582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02 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1FBD3-CEA4-478F-A406-81683FB7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Show recipient, workflow,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subject, and body summary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Status: pending_approval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8B43F-A234-4A7E-B140-A370453E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86CCC-4C63-41D1-AD02-74A9DB63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03  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30923-4C47-4733-9A06-41F911DC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Require exact text: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“I approve sending this email”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Use the exact approval_id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98A47-3CC6-48C8-889D-A9C6457B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86000"/>
            <a:ext cx="19621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2AF61-C743-4595-A470-5EE3FA37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04  SEND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3F87D-964A-44C4-997F-3114D70D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19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sendApprovedEmail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Deliver once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Consume approval state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1467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6742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02017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166B1-F479-4D3E-8453-3D74895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8204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12419-B6BD-4986-BFE9-90BB3675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Guardrail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853F9-A88A-474B-B4CA-B087644C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339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No scheduled preference, draft creation, or model decision can substitute for fresh human confirmation.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CB21C-962A-41AA-959D-551FE493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AE70B-CF32-420C-8ED7-B7F4F5C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82A1D-0CD2-4B3C-BFED-E108D0D8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9850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0E3454-84B8-4FFA-97B3-218DB32D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SHARED SESSION, SEPARATE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818ED-D164-4F6D-9D14-F008F8C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Housing data can flow into email without collapsing the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EFB78-5B71-489C-8C9A-EF11EA0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shared session makes the experience continuous. Each workflow still owns its own contract and side effects.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D85C5-9EE4-4550-AD30-703CB981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5E4A1-5F9B-41FE-B951-955AD517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51DBD-5D89-4ABB-9AA8-090DA74F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C7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334C-E139-4842-9157-23756C45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479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Housing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7EF1E-7A93-4E0F-A022-0743AF9F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31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A1BBB-14C5-4D6F-9266-AE7BA3B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BF705-7A3B-4192-A633-08E300F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EFA14-94DD-40A8-8E1B-F9A42546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34263-1BE5-4A83-992C-753FE70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86903-CE3D-43DA-9CB4-8C988FC2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Natural-language property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84F6D-1B08-4CE0-9637-93EF84F6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28A0B-7291-453A-A34F-526EF0D9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Original housing query + recipient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967D1-AE6F-4E9E-852C-2997F428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75311-694C-4ED2-A7D9-1C3D85BF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F3CEF-2A56-4A7D-92A1-04CB9F7C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08175-40D9-45E2-9DFD-A330D3B6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004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criteria, listingPreviews, market summaries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3568E-19D7-4D0C-90E8-F951C6B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742E7-17D4-4241-BD7C-FC90021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approvalId + pending/approved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AB2AF-BC37-4378-A97E-87E867A2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67D1C-7282-45F8-A0BE-84466093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75060-D9B0-462C-B082-85B95E08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719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1357A-94C6-4A0D-94C3-EF04F179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815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Query listings or market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7F319-3DE5-49E7-B927-048A7218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618F7-CABC-49C8-BF87-70831DD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Create a draft, then send once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C19F8D-1239-4712-8C08-4AB67A69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C3331D-D6C6-4774-AD14-0235C564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4302D-BE9C-46FB-B927-131DB152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2ACFF-0D37-4D65-9E8B-2C751594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625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Canonical sessionId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39512-7F7D-4EB1-B77E-F78E9BDA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949AA-2A4B-471D-995D-40E0E3FB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625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Exact confirmation phrase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F30F70-5794-4E1A-BD76-8032B543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98E8D9-D58C-4677-9666-709EBB7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AF512B-A439-47D3-9BE9-8D3AEDE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7243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9F682-A458-4017-B256-9FEF5137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WHAT THIS SHOWS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8DAE1-09CA-4D2E-8332-58B18E0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09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 useful OpenClaw workflow</a:t>
            </a:r>
          </a:p>
          <a:p xmlns:a="http://schemas.openxmlformats.org/drawingml/2006/main">
            <a:pPr>
              <a:buNone/>
              <a:def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keeps the action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88E10-E2A7-4559-8DDF-0F7EE53B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E7A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4E6C4-1D07-4B2F-AFA2-129FC3E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Stateful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414D9-559A-4207-93D8-3D8C7B45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The same session carries search criteria and results across turns.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1A4E7-44F0-4743-8E3B-4997FC2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F6772-39B1-4651-B256-C215D478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Deterministic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55C9B-8B1F-4A22-83BF-F9BAB633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Intent routing chooses the appropriate property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D7B55-131C-4BA3-B055-B8AC1F63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9E80F-B8C7-400E-8BDD-8637492A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Human-controlled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2CBA5-5DFA-4D72-8E14-7DE0D8E7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Email delivery requires review and exact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2487F-85C3-4B57-AF7C-5C679FA2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OpenClaw’s product value is the seam between conversation and action.</a:t>
            </a:r>
          </a:p>
        </p:txBody>
      </p:sp>
    </p:spTree>
    <p:extLst>
      <p:ext uri="{BB962C8B-B14F-4D97-AF65-F5344CB8AC3E}">
        <p14:creationId xmlns:p14="http://schemas.microsoft.com/office/powerpoint/2010/main" val="551519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2026-09-11T09:01:31.8980000Z</dcterms:created>
  <dcterms:modified xsi:type="dcterms:W3CDTF">2026-09-11T09:01:31.8980000Z</dcterms:modified>
</coreProperties>
</file>